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F2B7318-E1F9-4D39-BB2F-BAC002FA8587}" v="1" dt="2025-11-04T01:04:45.81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orthy Mitturu" userId="9256e0bd-7f86-4978-a693-cc3a94345a19" providerId="ADAL" clId="{9F2B7318-E1F9-4D39-BB2F-BAC002FA8587}"/>
    <pc:docChg chg="custSel addSld modSld">
      <pc:chgData name="Moorthy Mitturu" userId="9256e0bd-7f86-4978-a693-cc3a94345a19" providerId="ADAL" clId="{9F2B7318-E1F9-4D39-BB2F-BAC002FA8587}" dt="2025-11-04T01:05:06.249" v="5" actId="14100"/>
      <pc:docMkLst>
        <pc:docMk/>
      </pc:docMkLst>
      <pc:sldChg chg="addSp delSp modSp new mod">
        <pc:chgData name="Moorthy Mitturu" userId="9256e0bd-7f86-4978-a693-cc3a94345a19" providerId="ADAL" clId="{9F2B7318-E1F9-4D39-BB2F-BAC002FA8587}" dt="2025-11-04T01:05:06.249" v="5" actId="14100"/>
        <pc:sldMkLst>
          <pc:docMk/>
          <pc:sldMk cId="175625744" sldId="256"/>
        </pc:sldMkLst>
        <pc:spChg chg="del">
          <ac:chgData name="Moorthy Mitturu" userId="9256e0bd-7f86-4978-a693-cc3a94345a19" providerId="ADAL" clId="{9F2B7318-E1F9-4D39-BB2F-BAC002FA8587}" dt="2025-11-04T01:04:51.971" v="2" actId="478"/>
          <ac:spMkLst>
            <pc:docMk/>
            <pc:sldMk cId="175625744" sldId="256"/>
            <ac:spMk id="2" creationId="{1BC81881-05C6-34AB-F721-3F5C626F7C12}"/>
          </ac:spMkLst>
        </pc:spChg>
        <pc:spChg chg="del">
          <ac:chgData name="Moorthy Mitturu" userId="9256e0bd-7f86-4978-a693-cc3a94345a19" providerId="ADAL" clId="{9F2B7318-E1F9-4D39-BB2F-BAC002FA8587}" dt="2025-11-04T01:05:00.151" v="3" actId="478"/>
          <ac:spMkLst>
            <pc:docMk/>
            <pc:sldMk cId="175625744" sldId="256"/>
            <ac:spMk id="3" creationId="{9D5A2494-9005-CF27-28F6-4D2542843457}"/>
          </ac:spMkLst>
        </pc:spChg>
        <pc:picChg chg="add mod">
          <ac:chgData name="Moorthy Mitturu" userId="9256e0bd-7f86-4978-a693-cc3a94345a19" providerId="ADAL" clId="{9F2B7318-E1F9-4D39-BB2F-BAC002FA8587}" dt="2025-11-04T01:05:06.249" v="5" actId="14100"/>
          <ac:picMkLst>
            <pc:docMk/>
            <pc:sldMk cId="175625744" sldId="256"/>
            <ac:picMk id="1026" creationId="{1DAA8D12-05B1-784A-630A-CEC725023246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EDFBA-DA35-12C5-43D7-B42CFE0E19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E1CD33-9321-2D00-F15C-B40CA8B2DB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F596CE-8533-7C5C-4D2D-A18144156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07986-115B-4AB3-AE35-896E7EFCDE3A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F1387C-1ECA-312A-2F3C-88956AB09A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69C147-83DB-2346-7691-DCA256B76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D2999-E8ED-4D1D-9ED2-785E88C300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05308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A12DF2-8453-BC51-F513-B962DA383D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8A077B-C890-6665-9E79-23ABA94E44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3AD7EF-C39F-6288-4385-B02EB13DDB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07986-115B-4AB3-AE35-896E7EFCDE3A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2309FD-EC7F-8F7D-9989-1FBB2C3649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8871F2-AEDA-F3E9-39C4-20A803838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D2999-E8ED-4D1D-9ED2-785E88C300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4470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99115-2509-41FA-0648-58E173E69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D4C361-9221-56D9-E2AF-5C62A5EFE8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37AFBB-EB44-DCB5-7E4C-7548B2B7C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07986-115B-4AB3-AE35-896E7EFCDE3A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BE1706-6A75-8391-1A51-F02CB326F7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D76D55-F222-D420-406D-6EA35B011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D2999-E8ED-4D1D-9ED2-785E88C300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13521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ABBA3-A011-F493-2FDA-94B911EF8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FA0612-C161-98A8-745B-62F1B73DAB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A017BA-7B74-2478-1014-579FCF2B4C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D630FC-D0C5-31C2-2303-B5781FD525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07986-115B-4AB3-AE35-896E7EFCDE3A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7D3869-852C-EADF-E051-DE4A06E97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A2AA5B-F1DC-3133-7AC1-5C97F52B2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D2999-E8ED-4D1D-9ED2-785E88C300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31879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4D18E-D209-6368-9B9D-1FE9E2B257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71B95D-B96C-AC03-7716-E2A41DB6EB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F19ED7-348B-FE1D-84F3-E9CC58BE51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03FA6B-E05F-ECCA-27F4-A92D608BBF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2219EE-DA32-DEAF-6C77-38FA16BABD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FB87559-386D-9503-390E-E152C92E09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07986-115B-4AB3-AE35-896E7EFCDE3A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228B98-597D-3CA6-D536-F7562CCAEB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8792192-3C80-C18A-8792-08DEEC638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D2999-E8ED-4D1D-9ED2-785E88C300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59425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777BA-6D65-71D3-B488-528E2680D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B60D28-844F-18B6-DB42-6478B9B248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07986-115B-4AB3-AE35-896E7EFCDE3A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4C46FB-34D7-A05B-695E-582D169FB9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925963-1E63-B329-C784-0F2409657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D2999-E8ED-4D1D-9ED2-785E88C300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69166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E68BE0-ADB4-47F2-6ACE-CDA4B1BAC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07986-115B-4AB3-AE35-896E7EFCDE3A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3322E2-64E2-72FB-0756-2A78467A75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F2A696-F4AE-1938-D597-C2E2D2AB4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D2999-E8ED-4D1D-9ED2-785E88C300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57244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573AB-2C4B-A9B8-E202-D75B21B24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A1E557-2316-0C91-C005-4E4E0D1968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D05651-D7CF-5BCE-AEA2-C45369063D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3DBE09-FD5C-4E48-0AAA-08530950D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07986-115B-4AB3-AE35-896E7EFCDE3A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C01F10-5717-1FAE-A1D8-D41EEC1A5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45C9D7-4BE8-C7EF-913D-8DAD22E55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D2999-E8ED-4D1D-9ED2-785E88C300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14922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1EC007-0360-C2FE-57B0-B8FF57B6DD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99E2016-C1AA-1207-69AA-5FEC9F1EEE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B845A0-EF21-E14C-009D-50E320C149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FAE4F3-F951-4AED-F660-968D838091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07986-115B-4AB3-AE35-896E7EFCDE3A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41EA66-3B14-56A9-F6E7-7241BDA833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219B72-9E38-1A98-9AF7-6170978C6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D2999-E8ED-4D1D-9ED2-785E88C300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47876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0AC310-490C-9C20-EF69-B8D92FFA10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1DF277-A042-BF04-9CFE-C8242A520A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F2CA3A-51E4-E9E7-D1DA-E6E76DADB1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07986-115B-4AB3-AE35-896E7EFCDE3A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6DC0DF-B27A-4169-EEED-49E849094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F5D98E-740F-44D5-C383-32AE4584F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D2999-E8ED-4D1D-9ED2-785E88C300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22139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DEB4B36-4BC2-237E-6C07-5861D5CD07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39633C-79E1-E9A3-C3B4-0B71DE5267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3BFFE0-4D08-4575-3620-2A92A424C0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07986-115B-4AB3-AE35-896E7EFCDE3A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36753C-55D5-4FB0-F293-DE725C0CA0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90B042-CA64-BE99-78FE-D2527F79C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D2999-E8ED-4D1D-9ED2-785E88C300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81525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9115FB-A554-4A7F-4242-250E94A85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0D5183-46D2-61DA-8908-B694CD4A22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6A375A-FE46-06A3-3A50-DEB8DE6750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A07986-115B-4AB3-AE35-896E7EFCDE3A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14DA1C-A3FD-99A4-381B-057A833588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229749-C2DD-B990-F3B3-C2AD63A1F5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4D2999-E8ED-4D1D-9ED2-785E88C300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49955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1DAA8D12-05B1-784A-630A-CEC7250232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4743" y="968545"/>
            <a:ext cx="7781796" cy="4702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56257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Moorthy Mitturu</dc:creator>
  <cp:lastModifiedBy>Moorthy Mitturu</cp:lastModifiedBy>
  <cp:revision>1</cp:revision>
  <dcterms:created xsi:type="dcterms:W3CDTF">2025-11-04T01:04:33Z</dcterms:created>
  <dcterms:modified xsi:type="dcterms:W3CDTF">2025-11-04T01:05:15Z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42b023a-e78d-4c84-a648-affcf60f35cb_Enabled">
    <vt:lpwstr>true</vt:lpwstr>
  </property>
  <property fmtid="{D5CDD505-2E9C-101B-9397-08002B2CF9AE}" pid="3" name="MSIP_Label_d42b023a-e78d-4c84-a648-affcf60f35cb_SetDate">
    <vt:lpwstr>2025-11-04T01:05:15Z</vt:lpwstr>
  </property>
  <property fmtid="{D5CDD505-2E9C-101B-9397-08002B2CF9AE}" pid="4" name="MSIP_Label_d42b023a-e78d-4c84-a648-affcf60f35cb_Method">
    <vt:lpwstr>Privileged</vt:lpwstr>
  </property>
  <property fmtid="{D5CDD505-2E9C-101B-9397-08002B2CF9AE}" pid="5" name="MSIP_Label_d42b023a-e78d-4c84-a648-affcf60f35cb_Name">
    <vt:lpwstr>Public</vt:lpwstr>
  </property>
  <property fmtid="{D5CDD505-2E9C-101B-9397-08002B2CF9AE}" pid="6" name="MSIP_Label_d42b023a-e78d-4c84-a648-affcf60f35cb_SiteId">
    <vt:lpwstr>13345921-c174-438f-9a21-1a76064a1a11</vt:lpwstr>
  </property>
  <property fmtid="{D5CDD505-2E9C-101B-9397-08002B2CF9AE}" pid="7" name="MSIP_Label_d42b023a-e78d-4c84-a648-affcf60f35cb_ActionId">
    <vt:lpwstr>6eb5bf30-e3a3-4060-8de4-09ddb604a6c6</vt:lpwstr>
  </property>
  <property fmtid="{D5CDD505-2E9C-101B-9397-08002B2CF9AE}" pid="8" name="MSIP_Label_d42b023a-e78d-4c84-a648-affcf60f35cb_ContentBits">
    <vt:lpwstr>0</vt:lpwstr>
  </property>
  <property fmtid="{D5CDD505-2E9C-101B-9397-08002B2CF9AE}" pid="9" name="MSIP_Label_d42b023a-e78d-4c84-a648-affcf60f35cb_Tag">
    <vt:lpwstr>10, 0, 1, 1</vt:lpwstr>
  </property>
</Properties>
</file>